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7" r:id="rId2"/>
    <p:sldId id="373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A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90"/>
    <p:restoredTop sz="94638"/>
  </p:normalViewPr>
  <p:slideViewPr>
    <p:cSldViewPr snapToGrid="0">
      <p:cViewPr varScale="1">
        <p:scale>
          <a:sx n="128" d="100"/>
          <a:sy n="128" d="100"/>
        </p:scale>
        <p:origin x="56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8E29F-B136-4320-B718-99224E7E1AF5}" type="datetimeFigureOut">
              <a:rPr lang="ru-RU" smtClean="0"/>
              <a:pPr/>
              <a:t>23.12.2024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5FBA70-BD6B-4DB4-92D4-9CFF0251AC11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111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229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35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2A4E2-329E-4A4B-B44A-A616ECC56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B5C5CD-7B78-4053-B74D-725447E6D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C155FE-C85A-44DA-80A5-BFE260925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DDC4F2-4524-42C3-B630-FCA2A5043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FEF37A-025D-4335-B37C-EF2AECB78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173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BB643-B587-404A-8344-DB97C3FCD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8CBBD5-C95A-4304-99E1-5DA1102E2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6445E9-0EAD-4814-8A1B-BAE2A5E7C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D1EB48-4C60-4D6C-B25B-B8645124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E27CBD-4D2C-42B3-8D8A-7101AB53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191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049D51-8218-44DC-AE29-39D78A28B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01B9B5-4F62-4600-921E-332F9AB68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75EB1D-5432-4EFF-9A1C-84857CDC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F7DEA1-A965-4EE3-A9C3-B1D3C52F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E3D38D-ACA6-4EC0-BB4C-6C1B2299A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89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C1C70-BDD6-48E6-B53C-8C8A55793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0471C2-9346-43DB-B120-950AFF60C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1F305B-0EBE-4823-BB63-12943915A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F16978-D488-4CA0-89EF-FA63FFA0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1DD534-B533-4E8C-BAC7-52F33456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AED044-067F-4A73-9AAD-C90E08001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969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F35E6-A339-4F44-9622-9DEA622B0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3D7D9C-8515-4B94-9508-FA159DE22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981837-4D60-4858-B952-E2FB3BBE9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A152B1-D8BD-4614-958B-113F9346A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65B602-C8B7-42EE-B631-B4BF7081A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4C770B9-701F-40B6-AAA9-B270219EA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22310EE-E8FE-46A5-8007-18A9F0B24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A1A46E3-7D1D-4A54-BD9E-C7FFD185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14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CF4DD2-BD88-4707-BCEA-9D2718C4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128B03-DC37-40BF-97ED-43D62DA5B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212B847-E6C7-4FCC-B443-BDE74773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0E268B-FCFC-41A0-B78D-AD7F5F81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726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73A9EF4-5365-4FB8-BD85-AFB464ECD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0856D66-952D-4A5C-A1AB-0EDB032BE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256873-4C73-4E06-95C0-7018655F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07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C4616C-7112-4C21-B9AB-C464E8D47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FA6F4E-AC6B-49E6-99CE-9200606B2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24C889-F1A0-4E7C-A873-E707EBFA2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D51719-5077-46EC-A991-42128E5E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B16B4A-67C3-4FD0-A96A-22C0AFD2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0173C5-717B-4F3D-9BFE-E9D6B6A1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3297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5CB46-3021-4537-BA28-7170509A4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065A7DA-316D-4E94-81F5-EEBC5846E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FDD228-7D09-4FA9-8E69-C96699C46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3F4B59-E515-4088-BADC-600D6B82F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DB93C9-4273-4886-A7CC-C35C5B100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C78BA5-2C60-45E5-BC1C-0E5DB648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385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EFC0D-7CE7-4054-944C-2B5771849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D96205-B7DC-4FB1-B8CD-EECF46371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2C0994-9E76-4334-B397-1B129850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58DAD9-D444-4E21-81C2-A75C98AD2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E29954-11B3-41F0-A9A7-2AF9960A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39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5EDE96E-F4AC-4361-A59D-5284F89F2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FED631-8316-4373-9D4B-68D4747DC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F2DD9D-12CD-4B84-9276-9A60DE6A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75BBD5-7646-46E9-B3A1-57DE994F0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F23C25-D330-45E8-AD86-DB7A08B7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72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841F3-1442-45DA-992E-A959969C3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1045B3-FF43-4CFF-81F8-6A1632002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D6405-8B8B-496D-940B-777F4CCC4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2B12E-09F9-4A42-8633-91B79DAE53B2}" type="datetimeFigureOut">
              <a:rPr lang="ru-RU" smtClean="0"/>
              <a:pPr/>
              <a:t>23.12.2024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E8012C-E990-44BB-8052-A055E1642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EDB793-D120-4A2A-AB46-88D5FB97C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078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0751"/>
            <a:ext cx="8248650" cy="4667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7648" y="2334140"/>
            <a:ext cx="114940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Вычислительная математика</a:t>
            </a:r>
          </a:p>
          <a:p>
            <a:pPr algn="ctr"/>
            <a:endParaRPr lang="ru-RU" sz="3200" b="1" dirty="0">
              <a:solidFill>
                <a:srgbClr val="FFFFFF"/>
              </a:solidFill>
              <a:latin typeface="PT Sans"/>
              <a:ea typeface="PT Sans"/>
              <a:sym typeface="PT Sans"/>
            </a:endParaRPr>
          </a:p>
          <a:p>
            <a:pPr algn="ctr"/>
            <a:r>
              <a:rPr lang="ru-RU" sz="3200" b="1" dirty="0">
                <a:solidFill>
                  <a:srgbClr val="FFFFFF"/>
                </a:solidFill>
                <a:latin typeface="PT Sans"/>
                <a:ea typeface="PT Sans"/>
                <a:sym typeface="PT Sans"/>
              </a:rPr>
              <a:t>Вопросы к зачету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325" y="0"/>
            <a:ext cx="38766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29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Вопросы по линейному программированию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421" y="6374695"/>
            <a:ext cx="1858643" cy="46908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315" y="6402936"/>
            <a:ext cx="335084" cy="410198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930" y="6420357"/>
            <a:ext cx="622743" cy="39310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246" y="6457548"/>
            <a:ext cx="717847" cy="3187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5671" y="990398"/>
            <a:ext cx="1014756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Прямая задача теории погрешностей. Пример.</a:t>
            </a:r>
          </a:p>
          <a:p>
            <a:pPr marL="342900" indent="-342900">
              <a:buAutoNum type="arabicPeriod"/>
            </a:pPr>
            <a:r>
              <a:rPr lang="ru-RU" dirty="0"/>
              <a:t>Обратная задача теории погрешностей. Пример. </a:t>
            </a:r>
          </a:p>
          <a:p>
            <a:pPr marL="342900" indent="-342900">
              <a:buAutoNum type="arabicPeriod"/>
            </a:pPr>
            <a:r>
              <a:rPr lang="en-US" dirty="0"/>
              <a:t>LU-</a:t>
            </a:r>
            <a:r>
              <a:rPr lang="ru-RU" dirty="0"/>
              <a:t>разложение. Метод </a:t>
            </a:r>
            <a:r>
              <a:rPr lang="ru-RU" dirty="0" err="1"/>
              <a:t>Краута-Дулитла</a:t>
            </a:r>
            <a:r>
              <a:rPr lang="ru-RU" dirty="0"/>
              <a:t>. Пример.</a:t>
            </a:r>
          </a:p>
          <a:p>
            <a:pPr marL="342900" indent="-342900">
              <a:buAutoNum type="arabicPeriod"/>
            </a:pPr>
            <a:r>
              <a:rPr lang="ru-RU" dirty="0"/>
              <a:t>Метод Зейделя решения СЛУ. Пример.</a:t>
            </a:r>
          </a:p>
          <a:p>
            <a:pPr marL="342900" indent="-342900">
              <a:buAutoNum type="arabicPeriod"/>
            </a:pPr>
            <a:r>
              <a:rPr lang="ru-RU" dirty="0"/>
              <a:t>Стандартная и каноническая формы задачи линейного программирования. Примеры.</a:t>
            </a:r>
          </a:p>
          <a:p>
            <a:pPr marL="342900" indent="-342900">
              <a:buAutoNum type="arabicPeriod"/>
            </a:pPr>
            <a:r>
              <a:rPr lang="ru-RU" dirty="0"/>
              <a:t>Правила приведения задачи ЛП к канонической форме. Примеры.</a:t>
            </a:r>
          </a:p>
          <a:p>
            <a:pPr marL="342900" indent="-342900">
              <a:buAutoNum type="arabicPeriod"/>
            </a:pPr>
            <a:r>
              <a:rPr lang="ru-RU" dirty="0"/>
              <a:t>Графический метод решения задач линейного программирования. Пример.</a:t>
            </a:r>
          </a:p>
          <a:p>
            <a:pPr marL="342900" indent="-342900">
              <a:buAutoNum type="arabicPeriod"/>
            </a:pPr>
            <a:r>
              <a:rPr lang="ru-RU" dirty="0"/>
              <a:t>Практически алгоритм симплекс-метода. Пример решения. </a:t>
            </a:r>
          </a:p>
          <a:p>
            <a:pPr marL="342900" indent="-342900">
              <a:buAutoNum type="arabicPeriod"/>
            </a:pPr>
            <a:r>
              <a:rPr lang="ru-RU" dirty="0"/>
              <a:t>Метод искусственного базиса. Предназначение и пример.</a:t>
            </a:r>
          </a:p>
          <a:p>
            <a:pPr marL="342900" indent="-342900">
              <a:buAutoNum type="arabicPeriod"/>
            </a:pPr>
            <a:r>
              <a:rPr lang="ru-RU" dirty="0"/>
              <a:t>Двойственная задача. Пример. Первая теорема двойственности.</a:t>
            </a:r>
          </a:p>
          <a:p>
            <a:pPr marL="342900" indent="-342900">
              <a:buAutoNum type="arabicPeriod"/>
            </a:pPr>
            <a:r>
              <a:rPr lang="ru-RU" dirty="0"/>
              <a:t>Связь решений основной и двойственной задач линейного программирования. Пример.</a:t>
            </a:r>
          </a:p>
          <a:p>
            <a:pPr marL="342900" indent="-342900">
              <a:buAutoNum type="arabicPeriod"/>
            </a:pPr>
            <a:r>
              <a:rPr lang="ru-RU" dirty="0"/>
              <a:t>Транспортная задача. Пример и свойства.</a:t>
            </a:r>
          </a:p>
          <a:p>
            <a:pPr marL="342900" indent="-342900">
              <a:buAutoNum type="arabicPeriod"/>
            </a:pPr>
            <a:r>
              <a:rPr lang="ru-RU" dirty="0"/>
              <a:t>Методы построения опорного плана транспортной задачи. Примеры.</a:t>
            </a:r>
          </a:p>
          <a:p>
            <a:pPr marL="342900" indent="-342900">
              <a:buAutoNum type="arabicPeriod"/>
            </a:pPr>
            <a:r>
              <a:rPr lang="ru-RU" dirty="0"/>
              <a:t>Практический алгоритм решения транспортной задачи. Пример.</a:t>
            </a:r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98581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4362</TotalTime>
  <Words>128</Words>
  <Application>Microsoft Macintosh PowerPoint</Application>
  <PresentationFormat>Panorámica</PresentationFormat>
  <Paragraphs>20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PT Sans</vt:lpstr>
      <vt:lpstr>Тема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Dudarin Pavel</cp:lastModifiedBy>
  <cp:revision>181</cp:revision>
  <dcterms:created xsi:type="dcterms:W3CDTF">2021-04-19T13:24:04Z</dcterms:created>
  <dcterms:modified xsi:type="dcterms:W3CDTF">2024-12-23T06:19:43Z</dcterms:modified>
</cp:coreProperties>
</file>